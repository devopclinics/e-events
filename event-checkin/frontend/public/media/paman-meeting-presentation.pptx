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Festio as event technology supporting PAMAN members. Suggested presentation: 10–12 minutes, followed by a five-minute demonstration and discussion. This is a proposed partnership, not an announced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the same audience infographic approach used for NCNMO. These roles can overlap. Explain what each stakeholder can do with appropriately granted access; this is not six separate vendor portals.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compressed equivalent of the NCNMO platform infographic. Features depend on event configuration, access, add-ons and integrations. Procurement records are not an automatic payment/e-signature engine. Reporting uses captured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a rehearsal attendee through these stages. A successful admission does not prove service collection or session participation. Personal links must not be shared as public demo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a planner preparing a wedding alongside a corporate dinner, with distinct branding and guest records for each event. Documents and budget entries do not imply bank reconciliation, e-signatures or vendor settlements.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actual Design Studio surfaces. Flyer controls appear after choosing Flyer. Messages need integrations, consent and credits. Real payment readiness must be checked with the configured provider; no payment success is asserted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rehearsal guest to show both success and an exception. Do not equate arrivals with current building occupancy or claim a full stock/POS system. Offline admission requires prepared devices and reconciliation; not all operations support offline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configured activity and separate moderator, guest and projector views. Timing and Guided Show behavior need their actual configuration. Appropriate feature entitlements apply. This is not a promise of autonomous or fully offline show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permissions apply. Certificates are not automatically accredited. Inspect date/filter context and reconcile the specific export before quoting totals. Integrations are individually configured; no blanket third-party parity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illustrative scenarios, not claimed savings or completed PAMAN case studies. Ask which workflow is most valuable to each member group. Vendor and venue users need appropriate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restates the proposition in the September one-pager. It is an offer for discussion, not a signed agreement. Confirm inclusions, messaging/provider fees, equipment, staffing, support and relevant add-ons separately. Demonstrate a prepared rehearsal event if requested; do not publish changes or send messages to real guests without an agreed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September one-pager proposes no software cost for PAMCON. Agree inclusions, message/provider fees, equipment, staffing, support and add-ons separately. Discounts, referral commissions and exclusivity are not agreed. Sources: shared PAMAN one-pager, Festio illustrated guide and the NCNMO decks. All scenarios remain subject to configuration and rehearsal.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